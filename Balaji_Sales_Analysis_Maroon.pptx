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88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1142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8243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2645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3599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608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9394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18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9310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0607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1088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4378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63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33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365760"/>
            <a:ext cx="2286000" cy="2286000"/>
          </a:xfrm>
          <a:prstGeom prst="ellipse">
            <a:avLst/>
          </a:prstGeom>
          <a:solidFill>
            <a:srgbClr val="F5E6C8">
              <a:alpha val="18000"/>
            </a:srgbClr>
          </a:solidFill>
          <a:ln w="12700">
            <a:solidFill>
              <a:srgbClr val="F5E6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3200400"/>
            <a:ext cx="3840480" cy="384048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dirty="0">
                <a:solidFill>
                  <a:srgbClr val="000000"/>
                </a:solidFill>
              </a:rPr>
              <a:t>🍔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1783080" y="5303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Flavour You Can't Resist!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4592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A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 Project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767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33472" y="370332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06624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82112" y="3767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82112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Project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9744" y="370332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82896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58384" y="3767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58384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3703320"/>
            <a:ext cx="1993392" cy="1005840"/>
          </a:xfrm>
          <a:prstGeom prst="roundRect">
            <a:avLst>
              <a:gd name="adj" fmla="val 9091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59168" y="3767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34656" y="37673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34656" y="4041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Narottam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Setup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selecting the sales_analysis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sales_analysis;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sales_analysis;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85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Database 'sales_analysis' created successfully.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Database changed → Now using sales_analysis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Structure — sales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all 10 columns to store order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95144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US" dirty="0"/>
              <a:t>FG</a:t>
            </a:r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sales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          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               VARCHAR(30),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item_name          VARCHAR(100),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item_type          VARCHAR(50),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item_price         DECIMAL(10,2),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          INT,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transaction_amount DECIMAL(10,2),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transaction_type   VARCHAR(50),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received_by        VARCHAR(50),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time_of_sale       VARCHAR(50)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62272"/>
            <a:ext cx="486742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7909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endParaRPr lang="en-US" sz="900" dirty="0"/>
          </a:p>
          <a:p>
            <a:r>
              <a:rPr lang="en-US" sz="900" dirty="0"/>
              <a:t>  </a:t>
            </a: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Table 'sales' created with 10 columns.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sales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column names, data types &amp;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023360" cy="2834640"/>
          </a:xfrm>
          <a:prstGeom prst="roundRect">
            <a:avLst>
              <a:gd name="adj" fmla="val 2581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sales;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212848"/>
          <a:ext cx="4114800" cy="285127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item_name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item_type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item_price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transaction_amount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transaction_type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received_by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3B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time_of_sale</a:t>
                      </a:r>
                      <a:endParaRPr lang="en-US" sz="7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did the restaurant earn overall?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SUM(transaction_amount)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AS total_revenue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53,626.00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212848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6928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₹53,626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transactions combined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SUM() aggregates all transaction amounts. This shows total restaurant earning.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Orders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all orders placed at Balaji Fast Food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AS total_order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total_order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212848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🧾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6928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05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in the sales table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COUNT(*) counts every row — each row represents one order transaction.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Selling Items by Quantity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items had the highest units sold?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SUM(quantity) AS total_quantity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total_quantity DESC;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754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       | total_qty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Sandwich        |   312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    |   287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Frankie         |   265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26771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 units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49240" y="309067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Coffee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 units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391363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4005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units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GROUP BY item_name + SUM(quantity) → total units sold per product.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Item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item generates the most money?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754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    |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 | 12,450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Sandwich     |  9,870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Shake        |  8,340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26771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Coffee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₹12,450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309067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89320" y="31638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474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₹9,870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391363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4005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89320" y="39867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₹8,340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SUM(transaction_amount) grouped by item_name → top revenue products.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Food vs Beverage Revenue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Category-wise revenue split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item_type;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754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item_type  |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Food  | 31,200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Beverage   | 22,426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212848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52160" y="234086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🍔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9496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Food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9496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₹31,200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2212848"/>
            <a:ext cx="1645920" cy="2194560"/>
          </a:xfrm>
          <a:prstGeom prst="roundRect">
            <a:avLst>
              <a:gd name="adj" fmla="val 5556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26680" y="234086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🥤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6948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69480" y="3246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5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₹22,426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Fast Food dominates revenue. GROUP BY item_type separates categories.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Revenue: Cash vs Online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by payment mode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transaction_type,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transaction_type;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transaction_type | SUM(amount)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            |    28,410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          |    25,216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212848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💵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₹28,410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584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2212848"/>
            <a:ext cx="1554480" cy="2194560"/>
          </a:xfrm>
          <a:prstGeom prst="roundRect">
            <a:avLst>
              <a:gd name="adj" fmla="val 5882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609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5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₹25,216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35844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vs Online — Order Count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orders by payment method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transaction_type,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orders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transaction_type;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transaction_type |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            |  1,063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          |    937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2212848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💵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1,063 orders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53.2%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60920" y="2212848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6092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5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937 orders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46.8%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spend per 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194560"/>
          </a:xfrm>
          <a:prstGeom prst="roundRect">
            <a:avLst>
              <a:gd name="adj" fmla="val 3333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AVG(transaction_amount)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AVG(transaction_amount)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26.81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212848"/>
            <a:ext cx="3017520" cy="2194560"/>
          </a:xfrm>
          <a:prstGeom prst="roundRect">
            <a:avLst>
              <a:gd name="adj" fmla="val 5000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69280" y="2990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₹26.81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38770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AVG() divides total transaction sum by number of rows → mean order value.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Product Contribution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revenue-generating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754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    |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 | 12,450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Sandwich     |  9,870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Shake        |  8,340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267712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🥇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Coffee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₹12,450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3072384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31638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456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₹9,870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3877056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39684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42611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₹8,340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LIMIT 3 restricts output to only top 3 rows after ORDER BY revenue DESC.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Sales Time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grouped by date and time of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788920"/>
          </a:xfrm>
          <a:prstGeom prst="roundRect">
            <a:avLst>
              <a:gd name="adj" fmla="val 2623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date, time_of_sale,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 AS revenue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date, time_of_sale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date ASC;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14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      | time_of_sale | revenue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2022-10-01 | Evening      |  1,240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2022-10-01 | Afternoon    |    980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2022-10-02 | Evening      |  1,310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2212848"/>
            <a:ext cx="1005840" cy="2788920"/>
          </a:xfrm>
          <a:prstGeom prst="roundRect">
            <a:avLst>
              <a:gd name="adj" fmla="val 7273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23560" y="3291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footfall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766560" y="2212848"/>
            <a:ext cx="1005840" cy="2788920"/>
          </a:xfrm>
          <a:prstGeom prst="roundRect">
            <a:avLst>
              <a:gd name="adj" fmla="val 7273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sales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909560" y="2212848"/>
            <a:ext cx="1005840" cy="2788920"/>
          </a:xfrm>
          <a:prstGeom prst="roundRect">
            <a:avLst>
              <a:gd name="adj" fmla="val 7273"/>
            </a:avLst>
          </a:prstGeom>
          <a:solidFill>
            <a:srgbClr val="6B0F1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09560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09560" y="3291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⚡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5084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GROUP BY date, time_of_sale gives granular revenue breakdown per time slot.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Expensive Items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ranked by their maximum price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MAX(item_price)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MAX(item_price) DESC;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754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77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   | MAX(item_price)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Shake       |         80.00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|         70.00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Sandwich    |         65.00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2267712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2359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₹80.00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3072384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31638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Coffee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456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₹70.00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49240" y="3877056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39684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🥪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8932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42611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₹65.00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MAX(item_price) per item finds the highest price variant of each product.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Unit Sold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earning per unit for each item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A0A0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22576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AF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SUM(transaction_amount)/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D0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SUM(quantity) AS revenue_per_unit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A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item_name;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B5D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INSIGHT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item_name   | revenue_per_unit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Shake       |           52.10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Coffee |           43.35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5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Sandwich    |           31.62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286000"/>
            <a:ext cx="3017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₹52.10 / unit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108960"/>
            <a:ext cx="3017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Coffee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5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₹43.35 / unit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3931920"/>
            <a:ext cx="3017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Sandwich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₹31.62 / unit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SUM(amount)/SUM(qty) → effective price realized per unit sold.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5E6C8">
              <a:alpha val="12000"/>
            </a:srgbClr>
          </a:solidFill>
          <a:ln w="12700">
            <a:solidFill>
              <a:srgbClr val="F5E6C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11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🙏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600" dirty="0">
                <a:solidFill>
                  <a:srgbClr val="FAF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3200400" y="2578608"/>
            <a:ext cx="2743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24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Balaji Fast Food — Sales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MySQL  •  AKTU B.Tech Project  •  Narottam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3913632"/>
            <a:ext cx="2011680" cy="896112"/>
          </a:xfrm>
          <a:prstGeom prst="roundRect">
            <a:avLst>
              <a:gd name="adj" fmla="val 10204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3913632"/>
            <a:ext cx="2011680" cy="896112"/>
          </a:xfrm>
          <a:prstGeom prst="roundRect">
            <a:avLst>
              <a:gd name="adj" fmla="val 10204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Slides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913632"/>
            <a:ext cx="2011680" cy="896112"/>
          </a:xfrm>
          <a:prstGeom prst="roundRect">
            <a:avLst>
              <a:gd name="adj" fmla="val 10204"/>
            </a:avLst>
          </a:prstGeom>
          <a:solidFill>
            <a:srgbClr val="1E2A5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8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Columns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1282</Words>
  <Application>Microsoft Office PowerPoint</Application>
  <PresentationFormat>On-screen Show (16:9)</PresentationFormat>
  <Paragraphs>371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Courier New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Balaji Fast Food - Sales Analysis</dc:title>
  <dc:subject>PptxGenJS Presentation</dc:subject>
  <dc:creator>PptxGenJS</dc:creator>
  <cp:lastModifiedBy>Narottam Kumar</cp:lastModifiedBy>
  <cp:revision>3</cp:revision>
  <dcterms:created xsi:type="dcterms:W3CDTF">2026-06-19T05:37:43Z</dcterms:created>
  <dcterms:modified xsi:type="dcterms:W3CDTF">2026-08-03T02:31:21Z</dcterms:modified>
</cp:coreProperties>
</file>